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May 10, 2026, 09_08_1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月</cp:lastModifiedBy>
  <cp:revision>5</cp:revision>
  <dcterms:created xsi:type="dcterms:W3CDTF">2023-08-09T12:44:00Z</dcterms:created>
  <dcterms:modified xsi:type="dcterms:W3CDTF">2026-05-10T13:10:14Z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2F29F75337244E0EB0572A69204357CC_12</vt:lpwstr>
  </property>
</Properties>
</file>